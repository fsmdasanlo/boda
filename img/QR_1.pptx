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9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7522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463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4807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860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8106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353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540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7568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3289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49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352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EFE7CC-C774-4038-B275-98C0A8F8DCB9}" type="datetimeFigureOut">
              <a:rPr lang="es-ES" smtClean="0"/>
              <a:t>09/03/2026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5E15F-A382-41CF-B395-97F3346CB9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7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6011665-BD4D-F1DF-152D-421C8C950412}"/>
              </a:ext>
            </a:extLst>
          </p:cNvPr>
          <p:cNvSpPr/>
          <p:nvPr/>
        </p:nvSpPr>
        <p:spPr>
          <a:xfrm>
            <a:off x="1098840" y="2267544"/>
            <a:ext cx="466031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s-ES" sz="5400" b="1" cap="none" spc="0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Wedding</a:t>
            </a:r>
            <a:r>
              <a:rPr lang="es-E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s-ES" sz="5400" b="1" cap="none" spc="0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book</a:t>
            </a:r>
            <a:endParaRPr lang="es-E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8DDE3C7-8B59-F359-654C-D367F4805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05" y="3190874"/>
            <a:ext cx="2919413" cy="291941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4D55F0B-2490-812A-3273-E1FD01F18905}"/>
              </a:ext>
            </a:extLst>
          </p:cNvPr>
          <p:cNvSpPr txBox="1"/>
          <p:nvPr/>
        </p:nvSpPr>
        <p:spPr>
          <a:xfrm>
            <a:off x="657225" y="7193671"/>
            <a:ext cx="5743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Bradley Hand ITC" panose="03070402050302030203" pitchFamily="66" charset="0"/>
              </a:rPr>
              <a:t>Escanea</a:t>
            </a:r>
            <a:r>
              <a:rPr lang="en-US" dirty="0">
                <a:latin typeface="Bradley Hand ITC" panose="03070402050302030203" pitchFamily="66" charset="0"/>
              </a:rPr>
              <a:t> y </a:t>
            </a:r>
            <a:r>
              <a:rPr lang="en-US" dirty="0" err="1">
                <a:latin typeface="Bradley Hand ITC" panose="03070402050302030203" pitchFamily="66" charset="0"/>
              </a:rPr>
              <a:t>deja</a:t>
            </a:r>
            <a:r>
              <a:rPr lang="en-US" dirty="0">
                <a:latin typeface="Bradley Hand ITC" panose="03070402050302030203" pitchFamily="66" charset="0"/>
              </a:rPr>
              <a:t> </a:t>
            </a:r>
            <a:r>
              <a:rPr lang="en-US" dirty="0" err="1">
                <a:latin typeface="Bradley Hand ITC" panose="03070402050302030203" pitchFamily="66" charset="0"/>
              </a:rPr>
              <a:t>tu</a:t>
            </a:r>
            <a:r>
              <a:rPr lang="en-US" dirty="0">
                <a:latin typeface="Bradley Hand ITC" panose="03070402050302030203" pitchFamily="66" charset="0"/>
              </a:rPr>
              <a:t> </a:t>
            </a:r>
            <a:r>
              <a:rPr lang="en-US" dirty="0" err="1">
                <a:latin typeface="Bradley Hand ITC" panose="03070402050302030203" pitchFamily="66" charset="0"/>
              </a:rPr>
              <a:t>recuerdo</a:t>
            </a:r>
            <a:r>
              <a:rPr lang="en-US" dirty="0">
                <a:latin typeface="Bradley Hand ITC" panose="03070402050302030203" pitchFamily="66" charset="0"/>
              </a:rPr>
              <a:t> </a:t>
            </a:r>
            <a:r>
              <a:rPr lang="en-US" dirty="0" err="1">
                <a:latin typeface="Bradley Hand ITC" panose="03070402050302030203" pitchFamily="66" charset="0"/>
              </a:rPr>
              <a:t>en</a:t>
            </a:r>
            <a:r>
              <a:rPr lang="en-US" dirty="0">
                <a:latin typeface="Bradley Hand ITC" panose="03070402050302030203" pitchFamily="66" charset="0"/>
              </a:rPr>
              <a:t> </a:t>
            </a:r>
            <a:r>
              <a:rPr lang="en-US" dirty="0" err="1">
                <a:latin typeface="Bradley Hand ITC" panose="03070402050302030203" pitchFamily="66" charset="0"/>
              </a:rPr>
              <a:t>nuestro</a:t>
            </a:r>
            <a:r>
              <a:rPr lang="en-US" dirty="0">
                <a:latin typeface="Bradley Hand ITC" panose="03070402050302030203" pitchFamily="66" charset="0"/>
              </a:rPr>
              <a:t> Wedding Book </a:t>
            </a:r>
          </a:p>
          <a:p>
            <a:pPr algn="ctr"/>
            <a:endParaRPr lang="en-US" dirty="0">
              <a:latin typeface="Bradley Hand ITC" panose="03070402050302030203" pitchFamily="66" charset="0"/>
            </a:endParaRPr>
          </a:p>
          <a:p>
            <a:pPr algn="ctr"/>
            <a:r>
              <a:rPr lang="en-US" i="1" dirty="0">
                <a:solidFill>
                  <a:schemeClr val="accent4">
                    <a:lumMod val="75000"/>
                  </a:schemeClr>
                </a:solidFill>
                <a:latin typeface="Bradley Hand ITC" panose="03070402050302030203" pitchFamily="66" charset="0"/>
              </a:rPr>
              <a:t>Scan and leave your memory in our Wedding Book</a:t>
            </a:r>
            <a:endParaRPr lang="es-ES" i="1" dirty="0">
              <a:solidFill>
                <a:schemeClr val="accent4">
                  <a:lumMod val="75000"/>
                </a:schemeClr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4259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20</Words>
  <Application>Microsoft Office PowerPoint</Application>
  <PresentationFormat>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Bradley Hand ITC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SAMPER RUIZ</dc:creator>
  <cp:lastModifiedBy>JESUS SAMPER RUIZ</cp:lastModifiedBy>
  <cp:revision>1</cp:revision>
  <dcterms:created xsi:type="dcterms:W3CDTF">2026-03-09T12:26:01Z</dcterms:created>
  <dcterms:modified xsi:type="dcterms:W3CDTF">2026-03-09T14:11:48Z</dcterms:modified>
</cp:coreProperties>
</file>